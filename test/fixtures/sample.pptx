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Remember to mention the migration window.</a:t>
            </a:r>
          </a:p>
        </p:txBody>
      </p:sp>
    </p:spTree>
  </p:cSld>
</p:notes>
</file>

<file path=ppt/slides/_rels/slide1.xml.rels><?xml version="1.0" encoding="UTF-8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cNvPr id="2" name="Title"/>
          <p:nvPr>
            <p:ph type="title"/>
          </p:nvPr>
        </p:nvSpPr>
        <p:txBody>
          <a:bodyPr/>
          <a:p>
            <a:r>
              <a:t>Platform Review</a:t>
            </a:r>
          </a:p>
        </p:txBody>
      </p:sp>
      <p:sp>
        <p:nvSpPr>
          <p:cNvPr id="3" name="Body"/>
          <p:nvPr>
            <p:ph type="body" idx="1"/>
          </p:nvPr>
        </p:nvSpPr>
        <p:txBody>
          <a:bodyPr/>
          <a:p>
            <a:pPr lvl="0"/>
            <a:r>
              <a:rPr b="1"/>
              <a:t>Headline numbers</a:t>
            </a:r>
          </a:p>
          <a:p>
            <a:pPr lvl="1"/>
            <a:r>
              <a:rPr b="0"/>
              <a:t>Traffic up 18%</a:t>
            </a:r>
          </a:p>
          <a:p>
            <a:pPr lvl="1"/>
            <a:r>
              <a:rPr b="0"/>
              <a:t>Errors down 40%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cNvPr id="2" name="Title"/>
          <p:nvPr>
            <p:ph type="title"/>
          </p:nvPr>
        </p:nvSpPr>
        <p:txBody>
          <a:bodyPr/>
          <a:p>
            <a:r>
              <a:t>Reliability</a:t>
            </a:r>
          </a:p>
        </p:txBody>
      </p:sp>
      <p:sp>
        <p:nvSpPr>
          <p:cNvPr id="3" name="Body"/>
          <p:nvPr>
            <p:ph type="body" idx="1"/>
          </p:nvPr>
        </p:nvSpPr>
        <p:txBody>
          <a:bodyPr/>
          <a:p>
            <a:pPr lvl="0"/>
            <a:r>
              <a:rPr b="1"/>
              <a:t>Service level held all quarter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Metric</a:t>
                      </a:r>
                    </a:p>
                  </a:txBody>
                </a:tc>
                <a:tc>
                  <a:txBody>
                    <a:p>
                      <a:r>
                        <a:t>Value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Uptime</a:t>
                      </a:r>
                    </a:p>
                  </a:txBody>
                </a:tc>
                <a:tc>
                  <a:txBody>
                    <a:p>
                      <a:r>
                        <a:t>99.98%</a:t>
                      </a:r>
                    </a:p>
                  </a:txBody>
                </a:tc>
              </a:tr>
            </a:tbl>
          </a:graphicData>
        </a:graphic>
      </p:graphicFrame>
    </p:spTree>
  </p:cSld>
</p:sld>
</file>